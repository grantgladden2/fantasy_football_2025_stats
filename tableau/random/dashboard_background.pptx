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860F"/>
    <a:srgbClr val="F3A342"/>
    <a:srgbClr val="F2B444"/>
    <a:srgbClr val="EF8645"/>
    <a:srgbClr val="B80000"/>
    <a:srgbClr val="FFF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EAD7DA-A0CB-4930-964B-C957BCF1DF03}" v="1" dt="2026-08-24T20:01:10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nt Gladden" userId="264a277fb0f06b81" providerId="LiveId" clId="{968E5CA3-48FF-4E1F-9B49-BAC79DEE27F9}"/>
    <pc:docChg chg="undo custSel modSld">
      <pc:chgData name="Grant Gladden" userId="264a277fb0f06b81" providerId="LiveId" clId="{968E5CA3-48FF-4E1F-9B49-BAC79DEE27F9}" dt="2026-08-24T21:12:44.490" v="952" actId="207"/>
      <pc:docMkLst>
        <pc:docMk/>
      </pc:docMkLst>
      <pc:sldChg chg="addSp delSp modSp mod setBg">
        <pc:chgData name="Grant Gladden" userId="264a277fb0f06b81" providerId="LiveId" clId="{968E5CA3-48FF-4E1F-9B49-BAC79DEE27F9}" dt="2026-08-24T21:12:44.490" v="952" actId="207"/>
        <pc:sldMkLst>
          <pc:docMk/>
          <pc:sldMk cId="133324506" sldId="256"/>
        </pc:sldMkLst>
        <pc:spChg chg="del">
          <ac:chgData name="Grant Gladden" userId="264a277fb0f06b81" providerId="LiveId" clId="{968E5CA3-48FF-4E1F-9B49-BAC79DEE27F9}" dt="2026-08-24T20:00:43.355" v="0" actId="478"/>
          <ac:spMkLst>
            <pc:docMk/>
            <pc:sldMk cId="133324506" sldId="256"/>
            <ac:spMk id="2" creationId="{110977FE-5DC4-3DA4-43D7-ED26FF6F2778}"/>
          </ac:spMkLst>
        </pc:spChg>
        <pc:spChg chg="del">
          <ac:chgData name="Grant Gladden" userId="264a277fb0f06b81" providerId="LiveId" clId="{968E5CA3-48FF-4E1F-9B49-BAC79DEE27F9}" dt="2026-08-24T20:00:44.186" v="1" actId="478"/>
          <ac:spMkLst>
            <pc:docMk/>
            <pc:sldMk cId="133324506" sldId="256"/>
            <ac:spMk id="3" creationId="{31C392C2-E060-E396-2A9C-319A86026DB1}"/>
          </ac:spMkLst>
        </pc:spChg>
        <pc:spChg chg="add mod">
          <ac:chgData name="Grant Gladden" userId="264a277fb0f06b81" providerId="LiveId" clId="{968E5CA3-48FF-4E1F-9B49-BAC79DEE27F9}" dt="2026-08-24T20:10:25.632" v="614" actId="207"/>
          <ac:spMkLst>
            <pc:docMk/>
            <pc:sldMk cId="133324506" sldId="256"/>
            <ac:spMk id="4" creationId="{7A969D54-6BD2-8B0A-17E2-D287A11B7925}"/>
          </ac:spMkLst>
        </pc:spChg>
        <pc:spChg chg="add mod">
          <ac:chgData name="Grant Gladden" userId="264a277fb0f06b81" providerId="LiveId" clId="{968E5CA3-48FF-4E1F-9B49-BAC79DEE27F9}" dt="2026-08-24T21:12:44.490" v="952" actId="207"/>
          <ac:spMkLst>
            <pc:docMk/>
            <pc:sldMk cId="133324506" sldId="256"/>
            <ac:spMk id="6" creationId="{932A772B-F317-3FE6-063E-750D618E0A61}"/>
          </ac:spMkLst>
        </pc:spChg>
        <pc:spChg chg="add mod">
          <ac:chgData name="Grant Gladden" userId="264a277fb0f06b81" providerId="LiveId" clId="{968E5CA3-48FF-4E1F-9B49-BAC79DEE27F9}" dt="2026-08-24T20:11:15.397" v="759" actId="14100"/>
          <ac:spMkLst>
            <pc:docMk/>
            <pc:sldMk cId="133324506" sldId="256"/>
            <ac:spMk id="8" creationId="{3F3441AD-003D-E8EC-D590-A4762F7D0381}"/>
          </ac:spMkLst>
        </pc:spChg>
        <pc:spChg chg="add del mod">
          <ac:chgData name="Grant Gladden" userId="264a277fb0f06b81" providerId="LiveId" clId="{968E5CA3-48FF-4E1F-9B49-BAC79DEE27F9}" dt="2026-08-24T20:11:41.037" v="762" actId="21"/>
          <ac:spMkLst>
            <pc:docMk/>
            <pc:sldMk cId="133324506" sldId="256"/>
            <ac:spMk id="9" creationId="{C1AC521A-B54B-DCB8-F534-04E8F50CA7A7}"/>
          </ac:spMkLst>
        </pc:spChg>
        <pc:spChg chg="add mod">
          <ac:chgData name="Grant Gladden" userId="264a277fb0f06b81" providerId="LiveId" clId="{968E5CA3-48FF-4E1F-9B49-BAC79DEE27F9}" dt="2026-08-24T20:12:12.859" v="775" actId="14100"/>
          <ac:spMkLst>
            <pc:docMk/>
            <pc:sldMk cId="133324506" sldId="256"/>
            <ac:spMk id="11" creationId="{DC32ACA9-DC67-E653-9E0B-9B10C968D60A}"/>
          </ac:spMkLst>
        </pc:spChg>
        <pc:spChg chg="add mod">
          <ac:chgData name="Grant Gladden" userId="264a277fb0f06b81" providerId="LiveId" clId="{968E5CA3-48FF-4E1F-9B49-BAC79DEE27F9}" dt="2026-08-24T20:12:18.295" v="777" actId="1076"/>
          <ac:spMkLst>
            <pc:docMk/>
            <pc:sldMk cId="133324506" sldId="256"/>
            <ac:spMk id="13" creationId="{D64CF9E7-8E5B-E8E1-C6D8-32424BFB9F84}"/>
          </ac:spMkLst>
        </pc:spChg>
        <pc:spChg chg="add mod">
          <ac:chgData name="Grant Gladden" userId="264a277fb0f06b81" providerId="LiveId" clId="{968E5CA3-48FF-4E1F-9B49-BAC79DEE27F9}" dt="2026-08-24T20:12:06.913" v="773" actId="14100"/>
          <ac:spMkLst>
            <pc:docMk/>
            <pc:sldMk cId="133324506" sldId="256"/>
            <ac:spMk id="15" creationId="{82487B52-EC13-0F71-C9BC-DC335A3F15A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FB006-4916-78B2-1542-AD5D592D9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E4AC19-CB9F-C6FB-153E-295E813A9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5DB60-3771-946C-DE15-6DD843D4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EBAEE-DE03-45AB-A237-4C68F612DE4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90A9C-BB04-ACE1-735B-429458D02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50DAF-9EFB-EBD8-0DB0-729490F7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DAF8-497D-45AB-89DF-F37C4E60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61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6A8EF-73F0-AE90-9802-EDC21B324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93174-27CE-5095-4571-BCB758FBB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7B042-EFA1-4B2B-0CB0-E7056DCEA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EBAEE-DE03-45AB-A237-4C68F612DE4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8AA36-DB71-5285-0D31-EC24E438F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2C99C-D4D2-5DB1-14F4-7B077EFD4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DAF8-497D-45AB-89DF-F37C4E60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29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1672-4AF8-C40B-CAF6-232F52D0E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2C694-8160-D1D6-8493-C01AEFEA8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D67FF-2C18-9F59-BE3B-95582F02B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EBAEE-DE03-45AB-A237-4C68F612DE4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B22FB-51AB-2605-6BE2-87448EA2C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251D8-D035-8726-7D00-8F3B48747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DAF8-497D-45AB-89DF-F37C4E60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28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673EC-B37C-BD94-3CD4-1A062D314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518B0-CC75-DA44-0F20-5A068158B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75D594-9A5D-EFDE-5C6F-267EFDC1D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358D7-2A2A-D71D-B431-C0D685857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EBAEE-DE03-45AB-A237-4C68F612DE4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04652-56E1-9D21-E2BA-C44250C50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AC075-89C0-0660-B50F-FD58462B4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DAF8-497D-45AB-89DF-F37C4E60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940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8DEAB-BC1F-2D39-C92D-07CC6E78E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68F98-3E8D-EA7F-986E-6927CF21C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D53605-3A3A-7DE6-744B-2525D170B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A23E12-A2E2-9DFF-292A-53B2C646E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65ABC5-DCF2-D741-5C50-50246C644D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5E9511-829E-77BB-BA62-7FCA77CFC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EBAEE-DE03-45AB-A237-4C68F612DE4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8D9D3B-6F1D-9093-19DC-227FC9702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D26203-2AE3-5929-4ECE-D77122F41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DAF8-497D-45AB-89DF-F37C4E60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688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938D7-5859-E1AB-C414-6F21D151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92BCE2-9438-0CF1-9D67-5715ACC8D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EBAEE-DE03-45AB-A237-4C68F612DE4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E3E9E-6886-86DA-CFFD-9AA8F67E3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3F55EE-3AA0-C6F6-8C9B-B7C344643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DAF8-497D-45AB-89DF-F37C4E60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08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590A71-8E6F-393C-582A-8071014A4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EBAEE-DE03-45AB-A237-4C68F612DE4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5C4F2D-3364-7AEC-40E2-416D27BD8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C4160-1DD8-F815-4831-438591B9D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DAF8-497D-45AB-89DF-F37C4E60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84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6F906-AFCD-C1B6-2149-111A62D5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530B6-DC43-E1A3-6BC4-F3319AD7D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F501E-2F55-FAA7-0AAD-FB828B84F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747C4-FF6A-A947-9F54-AF48A7EFE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EBAEE-DE03-45AB-A237-4C68F612DE4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3E62E-FDB4-CC42-718C-46FFB15CA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992B4-107D-340F-13FE-F2ACBBC1D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DAF8-497D-45AB-89DF-F37C4E60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554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E5D62-D52E-7737-C1EC-F882DC915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922AB8-2A9E-EB7D-26F8-683B1CB4F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67B7B-11B9-1B67-CE15-DD92D4711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0D759-2C7D-A66A-779C-E072C80DC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EBAEE-DE03-45AB-A237-4C68F612DE4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C4E17-A57C-6BA0-75AE-6578C743A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C6866-724E-D97C-9E6E-32CFA13C6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DAF8-497D-45AB-89DF-F37C4E60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55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62699-F12A-29BA-1E05-D72966E47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09B6F-764A-F496-EFA2-80D2CFC4C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967DF-784B-0DB3-B9FF-E6F699782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EBAEE-DE03-45AB-A237-4C68F612DE4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6A409-C725-8B9B-1A03-C964B5F12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00916-6F39-0895-8BCB-B8934AF5E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DAF8-497D-45AB-89DF-F37C4E60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787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52AA4D-6D4C-8D36-88AA-03E0186D8F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8E0FF-35EE-5AD1-9A21-2D67DF25B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3AFD4-E42E-A0A2-D3EF-70A31E2DA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EBAEE-DE03-45AB-A237-4C68F612DE4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74FA1-9DA6-17D5-7A7B-605678A1C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65661-4535-D512-4745-5AEE7CE5D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DAF8-497D-45AB-89DF-F37C4E60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02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4B1A61-BEB0-2EFF-9ABC-7E5EBB2A3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D0CB2-F7D0-359F-43CD-819671DD9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5578D-7B0A-9B72-0EE3-FCFAA726C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EBAEE-DE03-45AB-A237-4C68F612DE4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3D625-8C36-24B0-912C-B454646654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E5F55-3176-2961-AF9B-23B05DD44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2FDAF8-497D-45AB-89DF-F37C4E60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41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969D54-6BD2-8B0A-17E2-D287A11B7925}"/>
              </a:ext>
            </a:extLst>
          </p:cNvPr>
          <p:cNvSpPr/>
          <p:nvPr/>
        </p:nvSpPr>
        <p:spPr>
          <a:xfrm>
            <a:off x="79515" y="685800"/>
            <a:ext cx="1981198" cy="2743200"/>
          </a:xfrm>
          <a:prstGeom prst="rect">
            <a:avLst/>
          </a:prstGeom>
          <a:gradFill flip="none" rotWithShape="1">
            <a:gsLst>
              <a:gs pos="0">
                <a:srgbClr val="B80000"/>
              </a:gs>
              <a:gs pos="75000">
                <a:srgbClr val="F3A342">
                  <a:lumMod val="80000"/>
                </a:srgbClr>
              </a:gs>
              <a:gs pos="97000">
                <a:srgbClr val="EF8645"/>
              </a:gs>
            </a:gsLst>
            <a:lin ang="0" scaled="0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2A772B-F317-3FE6-063E-750D618E0A61}"/>
              </a:ext>
            </a:extLst>
          </p:cNvPr>
          <p:cNvSpPr/>
          <p:nvPr/>
        </p:nvSpPr>
        <p:spPr>
          <a:xfrm>
            <a:off x="4236716" y="685799"/>
            <a:ext cx="7875769" cy="6097657"/>
          </a:xfrm>
          <a:prstGeom prst="rect">
            <a:avLst/>
          </a:prstGeom>
          <a:gradFill flip="none" rotWithShape="1">
            <a:gsLst>
              <a:gs pos="0">
                <a:srgbClr val="F2B444"/>
              </a:gs>
              <a:gs pos="41000">
                <a:srgbClr val="E8860F"/>
              </a:gs>
              <a:gs pos="72000">
                <a:srgbClr val="F4BC28"/>
              </a:gs>
              <a:gs pos="0">
                <a:srgbClr val="F3A342">
                  <a:lumMod val="80000"/>
                </a:srgbClr>
              </a:gs>
              <a:gs pos="97000">
                <a:srgbClr val="FFF241"/>
              </a:gs>
            </a:gsLst>
            <a:lin ang="0" scaled="0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3441AD-003D-E8EC-D590-A4762F7D0381}"/>
              </a:ext>
            </a:extLst>
          </p:cNvPr>
          <p:cNvSpPr/>
          <p:nvPr/>
        </p:nvSpPr>
        <p:spPr>
          <a:xfrm>
            <a:off x="2158115" y="685800"/>
            <a:ext cx="1981199" cy="2743200"/>
          </a:xfrm>
          <a:prstGeom prst="rect">
            <a:avLst/>
          </a:prstGeom>
          <a:gradFill flip="none" rotWithShape="1">
            <a:gsLst>
              <a:gs pos="0">
                <a:srgbClr val="EF8645"/>
              </a:gs>
              <a:gs pos="59000">
                <a:srgbClr val="F3A342">
                  <a:lumMod val="77000"/>
                </a:srgbClr>
              </a:gs>
              <a:gs pos="97000">
                <a:srgbClr val="F2B444"/>
              </a:gs>
            </a:gsLst>
            <a:lin ang="0" scaled="0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AC521A-B54B-DCB8-F534-04E8F50CA7A7}"/>
              </a:ext>
            </a:extLst>
          </p:cNvPr>
          <p:cNvSpPr/>
          <p:nvPr/>
        </p:nvSpPr>
        <p:spPr>
          <a:xfrm>
            <a:off x="79515" y="74543"/>
            <a:ext cx="12032970" cy="521805"/>
          </a:xfrm>
          <a:prstGeom prst="rect">
            <a:avLst/>
          </a:prstGeom>
          <a:solidFill>
            <a:schemeClr val="tx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2ACA9-DC67-E653-9E0B-9B10C968D60A}"/>
              </a:ext>
            </a:extLst>
          </p:cNvPr>
          <p:cNvSpPr/>
          <p:nvPr/>
        </p:nvSpPr>
        <p:spPr>
          <a:xfrm>
            <a:off x="79515" y="3518452"/>
            <a:ext cx="4059799" cy="952498"/>
          </a:xfrm>
          <a:prstGeom prst="rect">
            <a:avLst/>
          </a:prstGeom>
          <a:solidFill>
            <a:schemeClr val="tx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4CF9E7-8E5B-E8E1-C6D8-32424BFB9F84}"/>
              </a:ext>
            </a:extLst>
          </p:cNvPr>
          <p:cNvSpPr/>
          <p:nvPr/>
        </p:nvSpPr>
        <p:spPr>
          <a:xfrm>
            <a:off x="79514" y="4674705"/>
            <a:ext cx="4059799" cy="952497"/>
          </a:xfrm>
          <a:prstGeom prst="rect">
            <a:avLst/>
          </a:prstGeom>
          <a:solidFill>
            <a:schemeClr val="tx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487B52-EC13-0F71-C9BC-DC335A3F15AD}"/>
              </a:ext>
            </a:extLst>
          </p:cNvPr>
          <p:cNvSpPr/>
          <p:nvPr/>
        </p:nvSpPr>
        <p:spPr>
          <a:xfrm>
            <a:off x="79515" y="5830957"/>
            <a:ext cx="4059799" cy="952499"/>
          </a:xfrm>
          <a:prstGeom prst="rect">
            <a:avLst/>
          </a:prstGeom>
          <a:solidFill>
            <a:schemeClr val="tx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4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Grant Gladden</dc:creator>
  <cp:lastModifiedBy>Grant Gladden</cp:lastModifiedBy>
  <cp:revision>1</cp:revision>
  <dcterms:created xsi:type="dcterms:W3CDTF">2026-08-24T20:00:08Z</dcterms:created>
  <dcterms:modified xsi:type="dcterms:W3CDTF">2026-08-24T21:12:48Z</dcterms:modified>
</cp:coreProperties>
</file>